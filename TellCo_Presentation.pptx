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1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4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6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5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37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5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7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236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15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8144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53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1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9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User Analytics in the Telecommunication Industry</a:t>
            </a:r>
          </a:p>
          <a:p>
            <a:r>
              <a:t>TellCo Investment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4004235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dirty="0"/>
              <a:t>Presented by: </a:t>
            </a:r>
            <a:r>
              <a:rPr lang="en-US" dirty="0"/>
              <a:t>SUBHARSHI DAS PURKAYASTHA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Need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TellCo acquisition</a:t>
            </a:r>
          </a:p>
          <a:p>
            <a:r>
              <a:t>Identify growth opportunities</a:t>
            </a:r>
          </a:p>
          <a:p>
            <a:r>
              <a:t>Four pillars: Overview, Engagement, Experience,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xDR dataset (1 month)</a:t>
            </a:r>
          </a:p>
          <a:p>
            <a:r>
              <a:t>Session data, usage, apps, network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3152F-4A57-C49F-F129-6BBABF349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" y="3034598"/>
            <a:ext cx="8072284" cy="3786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Handset &amp; Manufacturer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10 handsets</a:t>
            </a:r>
          </a:p>
          <a:p>
            <a:r>
              <a:rPr dirty="0"/>
              <a:t>Top 3 manufacturers</a:t>
            </a:r>
          </a:p>
          <a:p>
            <a:r>
              <a:rPr dirty="0"/>
              <a:t>Top devices per manufacturer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B1F6E-AB50-0675-D051-23B7DB29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0" y="3429000"/>
            <a:ext cx="4916129" cy="1574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6FFF7-4C7D-6316-C73E-8350E439B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90" y="5162703"/>
            <a:ext cx="4916129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Apps: Social Media, Google, Email, YouTube, Netflix, Gaming</a:t>
            </a:r>
          </a:p>
          <a:p>
            <a:r>
              <a:rPr dirty="0"/>
              <a:t>Metrics: data usage &amp; sessions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&amp; Bivariate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Stats: mean, median, std</a:t>
            </a:r>
          </a:p>
          <a:p>
            <a:r>
              <a:rPr dirty="0"/>
              <a:t>Outliers handled</a:t>
            </a:r>
          </a:p>
          <a:p>
            <a:r>
              <a:rPr dirty="0"/>
              <a:t>App usage vs total traffic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AB88F-EB3D-2A20-074F-DFE136E0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" y="3342968"/>
            <a:ext cx="8976852" cy="3313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high-usage devices</a:t>
            </a:r>
          </a:p>
          <a:p>
            <a:r>
              <a:t>Focus on heavy users</a:t>
            </a:r>
          </a:p>
          <a:p>
            <a:r>
              <a:t>Promote streaming &amp; gaming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Session frequency</a:t>
            </a:r>
          </a:p>
          <a:p>
            <a:r>
              <a:rPr dirty="0"/>
              <a:t>Session duration</a:t>
            </a:r>
          </a:p>
          <a:p>
            <a:r>
              <a:rPr dirty="0"/>
              <a:t>Total traffic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26ACE-7FA2-BC6F-7AD4-BD5C2D417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" y="3399970"/>
            <a:ext cx="8790039" cy="3458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(K-Means)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K=3 clustering</a:t>
            </a:r>
          </a:p>
          <a:p>
            <a:r>
              <a:rPr dirty="0"/>
              <a:t>Elbow method used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762A1-8C23-E4E7-AC8D-23B228998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2930808"/>
            <a:ext cx="8170606" cy="21131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 Engaged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10 users per metric</a:t>
            </a:r>
          </a:p>
          <a:p>
            <a:r>
              <a:rPr dirty="0"/>
              <a:t>Top users per app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9BBCF-C46D-F228-E524-C2849B4BB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7" y="3027558"/>
            <a:ext cx="8603226" cy="3540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TCP retransmissions</a:t>
            </a:r>
          </a:p>
          <a:p>
            <a:r>
              <a:rPr dirty="0"/>
              <a:t>RTT</a:t>
            </a:r>
          </a:p>
          <a:p>
            <a:r>
              <a:rPr dirty="0"/>
              <a:t>Throughput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6E34D-79F4-464A-53A8-F6E93DB22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571754"/>
            <a:ext cx="8032957" cy="21714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Performance by handset</a:t>
            </a:r>
          </a:p>
          <a:p>
            <a:r>
              <a:rPr dirty="0"/>
              <a:t>Throughput distribution</a:t>
            </a:r>
          </a:p>
          <a:p>
            <a:r>
              <a:rPr dirty="0"/>
              <a:t>TCP trends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D6C3C-D3D9-9323-4D3B-035F2117E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429000"/>
            <a:ext cx="8229600" cy="32790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Cluster 1: High performance</a:t>
            </a:r>
          </a:p>
          <a:p>
            <a:r>
              <a:rPr dirty="0"/>
              <a:t>Cluster 2: Average</a:t>
            </a:r>
          </a:p>
          <a:p>
            <a:r>
              <a:rPr dirty="0"/>
              <a:t>Cluster 3: Poor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A2C6E-46E1-0E2C-6949-8D5163D96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4018557"/>
            <a:ext cx="8386917" cy="9839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Engagement score: distance from low cluster</a:t>
            </a:r>
          </a:p>
          <a:p>
            <a:r>
              <a:t>Experience score: distance from worst cluster</a:t>
            </a:r>
          </a:p>
          <a:p>
            <a:r>
              <a:t>Method: Euclidean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37FF9-A7DA-D477-43C1-85E0FCE4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429000"/>
            <a:ext cx="8190273" cy="33159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Satisfaction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Satisfaction = avg(engagement, experience)</a:t>
            </a:r>
          </a:p>
          <a:p>
            <a:r>
              <a:rPr dirty="0"/>
              <a:t>Top 10 users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54DFE-D448-0AC6-5EF4-1E99A55C8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133213"/>
            <a:ext cx="8426245" cy="35887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Regression model</a:t>
            </a:r>
          </a:p>
          <a:p>
            <a:r>
              <a:rPr dirty="0"/>
              <a:t>Inputs: engagement &amp; experience</a:t>
            </a:r>
          </a:p>
          <a:p>
            <a:r>
              <a:rPr dirty="0"/>
              <a:t>Output: satisfaction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22C84-B230-2CAB-2F7F-B8B05145F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3738019"/>
            <a:ext cx="8455742" cy="23033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data usage</a:t>
            </a:r>
          </a:p>
          <a:p>
            <a:r>
              <a:t>Strong engagement</a:t>
            </a:r>
          </a:p>
          <a:p>
            <a:r>
              <a:t>Optimization opportunities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 and Target 25-30% profitability increase via optimization.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1 month data</a:t>
            </a:r>
          </a:p>
          <a:p>
            <a:r>
              <a:t>No revenue data</a:t>
            </a:r>
          </a:p>
          <a:p>
            <a:r>
              <a:t>Model assumptions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27971"/>
            <a:ext cx="6347714" cy="3880773"/>
          </a:xfrm>
        </p:spPr>
        <p:txBody>
          <a:bodyPr/>
          <a:lstStyle/>
          <a:p>
            <a:r>
              <a:rPr dirty="0" err="1"/>
              <a:t>Streamlit</a:t>
            </a:r>
            <a:r>
              <a:rPr dirty="0"/>
              <a:t> link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http://localhost:8501/</a:t>
            </a:r>
            <a:r>
              <a:rPr lang="en-US" dirty="0"/>
              <a:t> (Local File) </a:t>
            </a:r>
            <a:endParaRPr dirty="0"/>
          </a:p>
          <a:p>
            <a:r>
              <a:rPr dirty="0"/>
              <a:t>GitHub link</a:t>
            </a:r>
            <a:r>
              <a:rPr lang="en-US" dirty="0"/>
              <a:t>: https://github.com/Subharshi1997/Telecom-Analytics-Project-4.git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7A37C-1E7C-39D2-A853-9C409688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215148"/>
            <a:ext cx="8180439" cy="33601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286</Words>
  <Application>Microsoft Office PowerPoint</Application>
  <PresentationFormat>On-screen Show (4:3)</PresentationFormat>
  <Paragraphs>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User Analytics in the Telecommunication Industry TellCo Investment Analysis</vt:lpstr>
      <vt:lpstr>Business Need &amp; Objectives</vt:lpstr>
      <vt:lpstr>Data Overview</vt:lpstr>
      <vt:lpstr>Handset &amp; Manufacturer Trends</vt:lpstr>
      <vt:lpstr>Application Usage</vt:lpstr>
      <vt:lpstr>Univariate &amp; Bivariate Insights</vt:lpstr>
      <vt:lpstr>Marketing Recommendations</vt:lpstr>
      <vt:lpstr>Engagement Metrics</vt:lpstr>
      <vt:lpstr>Customer Segmentation (K-Means)</vt:lpstr>
      <vt:lpstr>Top Engaged Users</vt:lpstr>
      <vt:lpstr>Network Performance</vt:lpstr>
      <vt:lpstr>Device Experience</vt:lpstr>
      <vt:lpstr>Experience Clusters</vt:lpstr>
      <vt:lpstr>Scoring Methodology</vt:lpstr>
      <vt:lpstr>Satisfaction Ranking</vt:lpstr>
      <vt:lpstr>Predictive Modeling</vt:lpstr>
      <vt:lpstr>Growth Potential</vt:lpstr>
      <vt:lpstr>Final Verdict</vt:lpstr>
      <vt:lpstr>Limitations</vt:lpstr>
      <vt:lpstr>Dashboard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Subharshi Das Purkayastha</cp:lastModifiedBy>
  <cp:revision>2</cp:revision>
  <dcterms:created xsi:type="dcterms:W3CDTF">2013-01-27T09:14:16Z</dcterms:created>
  <dcterms:modified xsi:type="dcterms:W3CDTF">2026-04-10T13:51:14Z</dcterms:modified>
  <cp:category/>
</cp:coreProperties>
</file>